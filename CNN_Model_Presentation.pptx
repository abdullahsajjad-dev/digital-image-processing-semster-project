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1" d="100"/>
          <a:sy n="41" d="100"/>
        </p:scale>
        <p:origin x="2000" y="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9D442-99F7-40B6-8316-F5F86EF4C522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6CC0-4F83-4B23-8463-250C616F1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5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6CC0-4F83-4B23-8463-250C616F1C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10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Deep</a:t>
            </a:r>
            <a:r>
              <a:rPr lang="en-US" dirty="0"/>
              <a:t> Fake Detection</a:t>
            </a:r>
            <a:r>
              <a:rPr dirty="0"/>
              <a:t> Model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CNN-based Image Classification 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Input Shape: (128, 128, 3)</a:t>
            </a:r>
          </a:p>
          <a:p>
            <a:r>
              <a:t>- Layers:</a:t>
            </a:r>
          </a:p>
          <a:p>
            <a:r>
              <a:t>  - Conv2D -&gt; BatchNormalization -&gt; MaxPooling2D</a:t>
            </a:r>
          </a:p>
          <a:p>
            <a:r>
              <a:t>  - Conv2D -&gt; BatchNormalization -&gt; MaxPooling2D</a:t>
            </a:r>
          </a:p>
          <a:p>
            <a:r>
              <a:t>  - Conv2D -&gt; BatchNormalization -&gt; MaxPooling2D</a:t>
            </a:r>
          </a:p>
          <a:p>
            <a:r>
              <a:t>  - Conv2D -&gt; BatchNormalization -&gt; MaxPooling2D</a:t>
            </a:r>
          </a:p>
          <a:p>
            <a:r>
              <a:t>- Fully Connected Layers:</a:t>
            </a:r>
          </a:p>
          <a:p>
            <a:r>
              <a:t>  - Dense(512) -&gt; Dropout(0.5)</a:t>
            </a:r>
          </a:p>
          <a:p>
            <a:r>
              <a:t>  - Dense(256) -&gt; Dropout(0.4)</a:t>
            </a:r>
          </a:p>
          <a:p>
            <a:r>
              <a:t>- Output: Dense(1, activation='sigmoid')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- Dataset Size: Approximately </a:t>
            </a:r>
            <a:r>
              <a:rPr lang="en-US" dirty="0"/>
              <a:t>2</a:t>
            </a:r>
            <a:r>
              <a:rPr dirty="0"/>
              <a:t>,000 images</a:t>
            </a:r>
          </a:p>
          <a:p>
            <a:r>
              <a:rPr dirty="0"/>
              <a:t>- Training Dataset: 80%</a:t>
            </a:r>
          </a:p>
          <a:p>
            <a:r>
              <a:rPr dirty="0"/>
              <a:t>- Validation Dataset: 20%</a:t>
            </a:r>
          </a:p>
          <a:p>
            <a:r>
              <a:rPr dirty="0"/>
              <a:t>- Classes: Binary classification (</a:t>
            </a:r>
            <a:r>
              <a:rPr lang="en-US" dirty="0"/>
              <a:t>1-</a:t>
            </a:r>
            <a:r>
              <a:rPr dirty="0"/>
              <a:t>Real/</a:t>
            </a:r>
            <a:r>
              <a:rPr lang="en-US" dirty="0"/>
              <a:t>0-</a:t>
            </a:r>
            <a:r>
              <a:rPr dirty="0"/>
              <a:t>Fake)</a:t>
            </a:r>
          </a:p>
          <a:p>
            <a:r>
              <a:rPr dirty="0"/>
              <a:t>- Image Dimensions: Resized to (128x128)</a:t>
            </a:r>
          </a:p>
          <a:p>
            <a:r>
              <a:rPr dirty="0"/>
              <a:t>- Normalization: Pixel values scaled to [0, 1]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Optimizer: Adam</a:t>
            </a:r>
          </a:p>
          <a:p>
            <a:r>
              <a:t>- Loss Function: Binary Crossentropy</a:t>
            </a:r>
          </a:p>
          <a:p>
            <a:r>
              <a:t>- Metrics: Accuracy</a:t>
            </a:r>
          </a:p>
          <a:p>
            <a:r>
              <a:t>- Epochs: 10</a:t>
            </a:r>
          </a:p>
          <a:p>
            <a:r>
              <a:t>- Validation Split: 20%</a:t>
            </a:r>
          </a:p>
          <a:p>
            <a:r>
              <a:t>- Augmentations: Horizontal Flip, Rotation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Training Accuracy: ~</a:t>
            </a:r>
            <a:r>
              <a:rPr lang="en-US" dirty="0"/>
              <a:t>77</a:t>
            </a:r>
            <a:r>
              <a:rPr dirty="0"/>
              <a:t>%</a:t>
            </a:r>
          </a:p>
          <a:p>
            <a:r>
              <a:rPr dirty="0"/>
              <a:t>- Validation Accuracy: ~</a:t>
            </a:r>
            <a:r>
              <a:rPr lang="en-US" dirty="0"/>
              <a:t>61</a:t>
            </a:r>
            <a:r>
              <a:rPr dirty="0"/>
              <a:t>%</a:t>
            </a:r>
          </a:p>
          <a:p>
            <a:r>
              <a:rPr dirty="0"/>
              <a:t>- Loss: Reduced significantly over epochs</a:t>
            </a:r>
          </a:p>
          <a:p>
            <a:r>
              <a:rPr dirty="0"/>
              <a:t>- Observed overfitting minimized with Dropout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3AD9-5A92-25E2-7EDE-4A667035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Images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A60436-B87F-D696-8390-7D596AFA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53" y="4536479"/>
            <a:ext cx="2296203" cy="22962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7113C72-65A0-9629-55ED-0791BBD3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86" y="5267045"/>
            <a:ext cx="1606110" cy="16061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9F6736-58D7-4C25-D471-E4A3FCE05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892" y="4576951"/>
            <a:ext cx="2296204" cy="2296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E6BA737-1CFF-609C-C3F7-BCF050A7F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3243" y="1332461"/>
            <a:ext cx="2864782" cy="29389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2707A83-DA69-FE36-E9B6-8EC3E480E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90760"/>
            <a:ext cx="2296204" cy="229620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FE89590-776A-EE1F-409C-9A4D7491EE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595" y="1210420"/>
            <a:ext cx="1596731" cy="23950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1BEBB75-1B07-EF47-2F7A-70D36DFCD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8124" y="1481638"/>
            <a:ext cx="1736715" cy="17367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2CF4C97-33B5-52C9-8359-D7812C48E4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8561" y="1210420"/>
            <a:ext cx="2387252" cy="318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70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524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Training and Validation Loss/Accuracy</a:t>
            </a:r>
            <a:r>
              <a:rPr lang="en-US" dirty="0"/>
              <a:t> Data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58533-E688-8ABC-CAEC-DD2E2EC0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57" y="1947519"/>
            <a:ext cx="8088086" cy="2962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Successfully built a CNN model for binary image classification.</a:t>
            </a:r>
          </a:p>
          <a:p>
            <a:r>
              <a:rPr dirty="0"/>
              <a:t>- Achieved high accuracy with minimal overfitting.</a:t>
            </a:r>
          </a:p>
          <a:p>
            <a:r>
              <a:rPr dirty="0"/>
              <a:t>- Future Work: Test on new datasets, fine-tune hyperparameters.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251</Words>
  <Application>Microsoft Office PowerPoint</Application>
  <PresentationFormat>On-screen Show (4:3)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Deep Fake Detection Model Presentation</vt:lpstr>
      <vt:lpstr>Model Architecture</vt:lpstr>
      <vt:lpstr>Dataset Information</vt:lpstr>
      <vt:lpstr>Training Phase</vt:lpstr>
      <vt:lpstr>Performance Metrics</vt:lpstr>
      <vt:lpstr>Testing Images</vt:lpstr>
      <vt:lpstr>Training and Validation Loss/Accuracy Data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FA22-BCS-041 (ABDULLAH SAJJAD)</cp:lastModifiedBy>
  <cp:revision>2</cp:revision>
  <dcterms:created xsi:type="dcterms:W3CDTF">2013-01-27T09:14:16Z</dcterms:created>
  <dcterms:modified xsi:type="dcterms:W3CDTF">2024-12-19T06:08:49Z</dcterms:modified>
  <cp:category/>
</cp:coreProperties>
</file>